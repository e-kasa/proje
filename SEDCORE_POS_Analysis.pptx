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SEDCORE POS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2C39A"/>
                </a:solidFill>
              </a:rPr>
              <a:t>Teknik Mimari Analizi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Proje Ozeti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Amac: Sektor-Bagimsiz POS Sistemi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Durum: Sprint 24+ - Cari hesaplar oruneme hazir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Teknoloji: Java (Spring Boot), Flutter, React, PostgreSQL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Kapsamı: Stok, Cari, Satış/İade, Satın Alma, Raporlar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Ana Moduller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Stok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Anlık, transfer, sayım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Cari Hesaplar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Müşteri + tedarikçi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65176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Satış/İade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POS satış, offline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265176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Satın Alma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Eksik + claim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286000"/>
            <a:ext cx="265176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Raporlar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Vergi uyumlu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651760" cy="1005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423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İçerik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Ürün, şirket, kategori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Sistem Mimarisi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65A8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Sunum Katmanı: Flutter (Mobile) + React (Web)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API: Spring Boot API Manager + OpenAPI Contract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065A8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88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Servisler: Core, Security, POS Product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Veri: PostgreSQL + Hibernate + Drift Reconcile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Teknoloji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Backend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Spring Boot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Hibernate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PostgreSQL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Mobile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508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Flutter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Riverpod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0" y="1965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Dio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React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OpenAPI Client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26517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Security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880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JWT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PreAuthorize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337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@Filter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0" y="2468880"/>
            <a:ext cx="26517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2880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Slack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Email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PDF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74720" y="3566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OpenAPI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26480" y="2468880"/>
            <a:ext cx="265176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DevOps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880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Docker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09360" y="3108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Kubernetes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3337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12121"/>
                </a:solidFill>
              </a:rPr>
              <a:t>* Prometheus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Cari Hesaplar Modulu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Bilesenler: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Ledger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Customer Account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Supplier Account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Transaction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Audit Log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Ozellikler: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Drift Reconciliation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Optimistic Locking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Defense-in-Depth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Credit Override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PDF Export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Entegrasyonlar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Mevcut: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OK Slack Webhook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OK PDFBox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OK Email/SMTP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OK OpenAPI Codegen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OK Prometheus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OK Spring Actuator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Planlanan: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e-Fatura/e-Arsiv (YUKSEK)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Pazaryeri Sync (YUKSEK)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Kargo Firmalari (ORTA)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Banka POS (YUKSEK)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- WhatsApp/SMS Bildirim (ORTA)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Uretim Hazirlik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Hazir (OK):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OK Cari Hesaplar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OK Satis/Iade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OK Stok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OK Drift Reconcile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OK PDF/Email Export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OK Credit Limit Override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</a:rPr>
              <a:t>Acik Konular (Yol Haritasında):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- Pagination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- Error Boundary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- Overdue Notification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- Activity Log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- React Wiki Kaparması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</a:rPr>
              <a:t>SONUC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OK Sektor-agnostik, urunetime hazir POS sistemi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OK Core moduller (stok, satis, cari) tamamlanmis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OK Entegrasyon katalugu acik ve genisletilebilir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OK Uretim oncesi iyilestirmeler yol haritasında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OK Wiki tabanlı dokumantasyon comprehensive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2026-05-16T17:39:52Z</dcterms:created>
  <dcterms:modified xsi:type="dcterms:W3CDTF">2026-05-16T17:39:52Z</dcterms:modified>
</cp:coreProperties>
</file>